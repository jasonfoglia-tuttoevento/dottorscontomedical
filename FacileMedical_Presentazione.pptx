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D47A1"/>
                </a:solidFill>
              </a:defRPr>
            </a:pPr>
            <a:r>
              <a:t>Strategia di Lancio:</a:t>
            </a:r>
          </a:p>
          <a:p>
            <a:r>
              <a:t>Facile Medical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Piano Marketing per l'Acquisizione Pazienti e Cliniche</a:t>
            </a:r>
          </a:p>
          <a:p>
            <a:r>
              <a:t>Giugno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D3A"/>
                </a:solidFill>
              </a:defRPr>
            </a:pPr>
            <a:r>
              <a:t>Il Problema e La Soluzione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👤 PAZIENTI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Cure costose e preventivi opachi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Difficoltà nel confrontare informazioni e preventivi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✅ Soluzione: percorso chiaro, confronto opzioni, check-up gratuito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🏥 CLINICHE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Poltrone vuote e CAC (Costo Acquisizione) alto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Dipendenza dal passaparola imprevedibile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✅ Soluzione: Lead qualificati, visibilità locale, agenda piena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D3A"/>
                </a:solidFill>
              </a:defRPr>
            </a:pPr>
            <a:r>
              <a:t>Value Proposition Unica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🎯 MESSAGGIO CHIAVE PAZIENTI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"La salute, più semplice. Ogni giorno."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Ricerca strutture, check-up e confronto delle opzioni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🎯 MESSAGGIO CHIAVE CLINICHE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"Riempi la tua agenda con pazienti che cercano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    esattamente te, pagando solo per risultati."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Posizionamento Marketplace a Due Facce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D3A"/>
                </a:solidFill>
              </a:defRPr>
            </a:pPr>
            <a:r>
              <a:t>Strategia Acquisizione Pazienti (B2C)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📱 META ADS (Facebook &amp; Instagram)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Reels UGC + Caroselli educativi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Targeting geolocalizzato + interessi medicali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Budget: €30-50/giorno per città pilota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🔍 GOOGLE SEARCH ADS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Keyword: "preventivo implantologia [città]"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Landing page dedicata con Form Check-up above the fold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🌐 SEO LOCALE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Pagine città-specifiche + blog educativo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Traffico organico gratuito nel medio termine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Obiettivo: Costo per Check-up &lt; €15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D3A"/>
                </a:solidFill>
              </a:defRPr>
            </a:pPr>
            <a:r>
              <a:t>Strategia Acquisizione Cliniche (B2B)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📧 OUTREACH DIRETTO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Email/LinkedIn personalizzati a titolari clinica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Offerta entry: "3 lead gratuiti questa settimana"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Follow-up telefonico dopo 48h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🤝 PARTNERSHIP STRATEGICHE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Accordi con fornitori attrezzature/software gestionali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Canale fiduciario già esistente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📊 CONTENT B2B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Case study reali + report costi acquisizione paziente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Obiettivo: Conversione Trial → Paid &gt; 30%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D3A"/>
                </a:solidFill>
              </a:defRPr>
            </a:pPr>
            <a:r>
              <a:t>Roadmap di Lancio (90 Giorni)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🚀 FASE 1: VALIDAZIONE (Giorni 1-30)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1 Città pilota | 50 check-up target | 5 cliniche beta gratis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⚙️ FASE 2: OTTIMIZZAZIONE (Giorni 31-60)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Attivazione Google Ads | Primi pagamenti | Automazione email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📈 FASE 3: SCALABILITÀ (Giorni 61-90)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Espansione 3 nuove città | Referral pazienti | MRR stabile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D3A"/>
                </a:solidFill>
              </a:defRPr>
            </a:pPr>
            <a:r>
              <a:t>Budget e KPI (Mese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💰 BUDGET STIMATO: €1.900 - €2.900/mese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Meta Ads: €1.000-1.500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Google Ads: €500-800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Outreach/Tool: €400-600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📊 METRICHE DI SUCCESSO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CPA Paziente: &lt; €15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Conversione Check-up → Appuntamento: &gt; 20%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Retention Cliniche: &gt; 80%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D3A"/>
                </a:solidFill>
              </a:defRPr>
            </a:pPr>
            <a:r>
              <a:t>Gestione del Rischio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⚠️ Lead Bassa Qualità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→ Qualifica via SMS + campo budget obbligatorio nel form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⚠️ Cliniche Insoddisfatte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→ Script vendita forniti + SLA contatto entro 2h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⚠️ CAC Troppo Alto</a:t>
            </a:r>
          </a:p>
          <a:p>
            <a:pPr lvl="1"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 → Ottimizzazione ossessiva Landing Page + A/B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D3A"/>
                </a:solidFill>
              </a:defRPr>
            </a:pPr>
            <a:r>
              <a:t>Prossimi Passi Immediati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✅ Preparare 3 varianti creative Meta Ads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✅ Lista 50 cliniche target nella città pilota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✅ Configurare tracking (Pixel + GA4) sul Form Check-up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✅ Setup Resend per email transazionali</a:t>
            </a:r>
          </a:p>
          <a:p>
            <a:pPr>
              <a:spcAft>
                <a:spcPts val="1000"/>
              </a:spcAft>
              <a:defRPr sz="1800">
                <a:solidFill>
                  <a:srgbClr val="0B1D3A"/>
                </a:solidFill>
              </a:defRPr>
            </a:pPr>
            <a:r>
              <a:t>✅ Lancio campagna test su 1 città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Settimana 1 - Execution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